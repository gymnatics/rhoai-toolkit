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RHOAI 3.4 — Elyra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Prerequisites for</a:t>
            </a:r>
            <a:br/>
            <a:r>
              <a:t>Elyra Pipeline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0D0"/>
                </a:solidFill>
                <a:latin typeface="Calibri"/>
              </a:defRPr>
            </a:pPr>
            <a:r>
              <a:t>Everything you need before opening the Elyra Pipeline Editor</a:t>
            </a:r>
            <a:br/>
            <a:r>
              <a:t>in JupyterLab. These steps are not in the setup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S3 Bucket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Pipeline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9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9C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9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Workbench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97280" cy="320040"/>
          </a:xfrm>
          <a:prstGeom prst="round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Setup Order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943600"/>
                <a:gridCol w="384048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Deploy S3-compatible storage (MinIO)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Your project namespace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Create a Data Science Project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RHOAI Dashboard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Configure Pipeline Server with S3 details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Project &gt; Pipelines tab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Create Workbench with Elyra-compatible image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Project &gt; Workbenches tab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0D0"/>
                </a:solidFill>
                <a:latin typeface="Calibri"/>
              </a:defRPr>
            </a:pPr>
            <a:r>
              <a:t>After these 4 steps, pick up from the Elyra Pipeline Setup PDF (Runtime config in JupyterLab).</a:t>
            </a:r>
            <a:br/>
            <a:r>
              <a:t>If the workbench was created inside the project, the runtime config is auto-created — skip to the Pipeline Editor.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97280" cy="320040"/>
          </a:xfrm>
          <a:prstGeom prst="round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S3-Compatible Object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0D0"/>
                </a:solidFill>
                <a:latin typeface="Calibri"/>
              </a:defRPr>
            </a:pPr>
            <a:r>
              <a:t>Pipelines need S3 for artifacts, YAML definitions, and data outputs. For production: AWS S3, Ceph, ODF. For POC: MinIO.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 MinIO (POC)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669280" cy="2377440"/>
          </a:xfrm>
          <a:prstGeom prst="roundRect">
            <a:avLst/>
          </a:prstGeom>
          <a:solidFill>
            <a:srgbClr val="15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A0A0B0"/>
                </a:solidFill>
                <a:latin typeface="Courier New"/>
              </a:defRPr>
            </a:pPr>
            <a:r>
              <a:t># Deploy MinIO in your project namespace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4EC9B0"/>
                </a:solidFill>
                <a:latin typeface="Courier New"/>
              </a:defRPr>
            </a:pPr>
            <a:r>
              <a:t>oc new-app quay.io/minio/minio:latest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4EC9B0"/>
                </a:solidFill>
                <a:latin typeface="Courier New"/>
              </a:defRPr>
            </a:pPr>
            <a:r>
              <a:t>  -e MINIO_ROOT_USER=minio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4EC9B0"/>
                </a:solidFill>
                <a:latin typeface="Courier New"/>
              </a:defRPr>
            </a:pPr>
            <a:r>
              <a:t>  -e MINIO_ROOT_PASSWORD=minio123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4EC9B0"/>
                </a:solidFill>
                <a:latin typeface="Courier New"/>
              </a:defRPr>
            </a:pPr>
            <a:r>
              <a:t>  --name=minio -n &lt;PROJECT_NS&gt;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4EC9B0"/>
                </a:solidFill>
                <a:latin typeface="Courier New"/>
              </a:defRPr>
            </a:pPr>
            <a:r>
              <a:t>  -- server /data --console-address :9001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4EC9B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A0A0B0"/>
                </a:solidFill>
                <a:latin typeface="Courier New"/>
              </a:defRPr>
            </a:pPr>
            <a:r>
              <a:t># Expose the API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4EC9B0"/>
                </a:solidFill>
                <a:latin typeface="Courier New"/>
              </a:defRPr>
            </a:pPr>
            <a:r>
              <a:t>oc expose svc/minio --port=9000 -n &lt;PROJECT_NS&gt;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Collect These Values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210312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COS Endpoint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http://minio.&lt;ns&gt;.svc:9000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COS Bucket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pipelines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COS Username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COS Password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minio123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97280" cy="320040"/>
          </a:xfrm>
          <a:prstGeom prst="round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2-3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+ Pipeline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Create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0D0"/>
                </a:solidFill>
                <a:latin typeface="Calibri"/>
              </a:defRPr>
            </a:pPr>
            <a:r>
              <a:t>RHOAI Dashboard &gt; Develop &amp; train &gt; Projects &gt; Create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Configure Pipeline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0D0"/>
                </a:solidFill>
                <a:latin typeface="Calibri"/>
              </a:defRPr>
            </a:pPr>
            <a:r>
              <a:t>Inside the project: Pipelines tab &gt; Configure pipeline server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92608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Bucket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pipelines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Access key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Secret key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minio123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http://minio.&lt;ns&gt;.svc:9000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(leave blank for MinIO)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2926080"/>
            <a:ext cx="2286000" cy="1645920"/>
          </a:xfrm>
          <a:prstGeom prst="roundRect">
            <a:avLst/>
          </a:prstGeom>
          <a:solidFill>
            <a:srgbClr val="203020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400" b="1">
                <a:solidFill>
                  <a:srgbClr val="4EC9B0"/>
                </a:solidFill>
              </a:defRPr>
            </a:pPr>
            <a:r>
              <a:t>POC Database</a:t>
            </a:r>
          </a:p>
          <a:p>
            <a:br/>
            <a:pPr>
              <a:defRPr sz="1200">
                <a:solidFill>
                  <a:srgbClr val="C0C0D0"/>
                </a:solidFill>
              </a:defRPr>
            </a:pPr>
            <a:r>
              <a:t>Select "Default database on the cluster" — quick, not production-grade.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926080"/>
            <a:ext cx="2286000" cy="1645920"/>
          </a:xfrm>
          <a:prstGeom prst="roundRect">
            <a:avLst/>
          </a:prstGeom>
          <a:solidFill>
            <a:srgbClr val="302818"/>
          </a:solidFill>
          <a:ln w="12700">
            <a:solidFill>
              <a:srgbClr val="FFD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400" b="1">
                <a:solidFill>
                  <a:srgbClr val="FFD766"/>
                </a:solidFill>
              </a:defRPr>
            </a:pPr>
            <a:r>
              <a:t>Production Database</a:t>
            </a:r>
          </a:p>
          <a:p>
            <a:br/>
            <a:pPr>
              <a:defRPr sz="1200">
                <a:solidFill>
                  <a:srgbClr val="C0C0D0"/>
                </a:solidFill>
              </a:defRPr>
            </a:pPr>
            <a:r>
              <a:t>Provide external MySQL 8.x or MariaDB 10.5+. AWS RDS also supported.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66"/>
                </a:solidFill>
                <a:latin typeface="Calibri"/>
              </a:defRPr>
            </a:pPr>
            <a:r>
              <a:t>Warning: If you enter incorrect S3 connection settings, you cannot fix them. You must delete the pipeline server and recreate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97280" cy="320040"/>
          </a:xfrm>
          <a:prstGeom prst="roundRect">
            <a:avLst/>
          </a:prstGeom>
          <a:solidFill>
            <a:srgbClr val="58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Create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0D0"/>
                </a:solidFill>
                <a:latin typeface="Calibri"/>
              </a:defRPr>
            </a:pPr>
            <a:r>
              <a:t>Elyra is only available in specific JupyterLab images. Image version must be 2024.1 or later.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Elyra?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Standard Data Science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Yes (recommended)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TensorFlow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PyTorch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TrustyAI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ROCm-PyTorch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ROCm-TensorFlow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73736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Elyra?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Minimal Python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CUDA-only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code-server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RStudio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97280" cy="320040"/>
          </a:xfrm>
          <a:prstGeom prst="roundRect">
            <a:avLst/>
          </a:prstGeom>
          <a:solidFill>
            <a:srgbClr val="FFD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3.4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Logs No Longer in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0D0"/>
                </a:solidFill>
                <a:latin typeface="Calibri"/>
              </a:defRPr>
            </a:pPr>
            <a:r>
              <a:t>From RHOAI 2.11 onward, Python script execution logs are no longer written to the S3</a:t>
            </a:r>
            <a:br/>
            <a:r>
              <a:t>bucket. They are viewable in the RHOAI dashboard pipeline log viewer instead.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86200"/>
                <a:gridCol w="38862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(pre-2.11)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Now (3.4)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Python script logs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Stored in S3 bucket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Dashboard log viewer only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Pipeline artifacts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Stored in S3 bucket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Stored in S3 (unchanged)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Pipeline YAML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Stored in S3 /pipelines/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Stored in S3 (unchanged)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66"/>
                </a:solidFill>
                <a:latin typeface="Calibri"/>
              </a:defRPr>
            </a:pPr>
            <a:r>
              <a:t>Upgrade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0D0"/>
                </a:solidFill>
                <a:latin typeface="Calibri"/>
              </a:defRPr>
            </a:pPr>
            <a:r>
              <a:t>If upgrading an old workbench to 2024.1+, all runtime image selections in existing</a:t>
            </a:r>
            <a:br/>
            <a:r>
              <a:t>pipelines are cleared. Re-open each pipeline in Elyra and re-select the runtime image</a:t>
            </a:r>
            <a:br/>
            <a:r>
              <a:t>in node properties (PDF slide 6: "Select Runtime | Datascience | CPU | Python 3.12").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97280" cy="32004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After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0D0"/>
                </a:solidFill>
                <a:latin typeface="Calibri"/>
              </a:defRPr>
            </a:pPr>
            <a:r>
              <a:t>With S3, pipeline server, and workbench in place, proceed with the Elyra Pipeline Setup PDF: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86968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PDF Slide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1-3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Configure Elyra Runtime (auto-created if workbench is in the project — skip this)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4-5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Open Pipeline Editor, drag notebooks, create linkages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Configure Node Runtime: select image + set env vars with MinIO details</a:t>
                      </a:r>
                    </a:p>
                  </a:txBody>
                  <a:tcPr>
                    <a:solidFill>
                      <a:srgbClr val="24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C0C0D0"/>
                          </a:solidFill>
                          <a:latin typeface="Calibri"/>
                        </a:defRPr>
                      </a:pPr>
                      <a:r>
                        <a:t>Save pipeline (use hyphens, not underscores) and Run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114800"/>
            <a:ext cx="10515600" cy="731520"/>
          </a:xfrm>
          <a:prstGeom prst="roundRect">
            <a:avLst/>
          </a:prstGeom>
          <a:solidFill>
            <a:srgbClr val="182E22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1500">
                <a:solidFill>
                  <a:srgbClr val="4EC9B0"/>
                </a:solidFill>
                <a:latin typeface="Calibri"/>
              </a:defRPr>
            </a:pPr>
            <a:r>
              <a:t>If runtime config was auto-created (workbench created in project), skip straight to PDF slide 4 (Pipeline Editor).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